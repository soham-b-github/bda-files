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D181-0206-E24E-932E-B12FB3261CC3}" v="27" dt="2025-01-15T00:46:59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deep Mukherjee" userId="b347d260e62e678d" providerId="LiveId" clId="{048CD181-0206-E24E-932E-B12FB3261CC3}"/>
    <pc:docChg chg="undo custSel mod addSld delSld modSld">
      <pc:chgData name="Joydeep Mukherjee" userId="b347d260e62e678d" providerId="LiveId" clId="{048CD181-0206-E24E-932E-B12FB3261CC3}" dt="2025-01-15T00:55:32.121" v="1665" actId="113"/>
      <pc:docMkLst>
        <pc:docMk/>
      </pc:docMkLst>
      <pc:sldChg chg="addSp delSp modSp mod">
        <pc:chgData name="Joydeep Mukherjee" userId="b347d260e62e678d" providerId="LiveId" clId="{048CD181-0206-E24E-932E-B12FB3261CC3}" dt="2025-01-07T22:01:00.280" v="99" actId="14100"/>
        <pc:sldMkLst>
          <pc:docMk/>
          <pc:sldMk cId="49378298" sldId="258"/>
        </pc:sldMkLst>
        <pc:spChg chg="add mod">
          <ac:chgData name="Joydeep Mukherjee" userId="b347d260e62e678d" providerId="LiveId" clId="{048CD181-0206-E24E-932E-B12FB3261CC3}" dt="2025-01-07T21:41:50.934" v="38" actId="14100"/>
          <ac:spMkLst>
            <pc:docMk/>
            <pc:sldMk cId="49378298" sldId="258"/>
            <ac:spMk id="2" creationId="{B9B67BDD-FC51-04D6-CB07-CE2286E949E9}"/>
          </ac:spMkLst>
        </pc:spChg>
        <pc:picChg chg="add mod">
          <ac:chgData name="Joydeep Mukherjee" userId="b347d260e62e678d" providerId="LiveId" clId="{048CD181-0206-E24E-932E-B12FB3261CC3}" dt="2025-01-07T21:56:43.907" v="92" actId="1076"/>
          <ac:picMkLst>
            <pc:docMk/>
            <pc:sldMk cId="49378298" sldId="258"/>
            <ac:picMk id="5" creationId="{303A25A3-2BD5-2035-96D1-16F52F624491}"/>
          </ac:picMkLst>
        </pc:picChg>
        <pc:picChg chg="add mod">
          <ac:chgData name="Joydeep Mukherjee" userId="b347d260e62e678d" providerId="LiveId" clId="{048CD181-0206-E24E-932E-B12FB3261CC3}" dt="2025-01-07T21:58:41.384" v="96" actId="1076"/>
          <ac:picMkLst>
            <pc:docMk/>
            <pc:sldMk cId="49378298" sldId="258"/>
            <ac:picMk id="7" creationId="{6EF37E91-2A81-C276-ABE1-C9D16611C10F}"/>
          </ac:picMkLst>
        </pc:picChg>
        <pc:picChg chg="add mod">
          <ac:chgData name="Joydeep Mukherjee" userId="b347d260e62e678d" providerId="LiveId" clId="{048CD181-0206-E24E-932E-B12FB3261CC3}" dt="2025-01-07T22:01:00.280" v="99" actId="14100"/>
          <ac:picMkLst>
            <pc:docMk/>
            <pc:sldMk cId="49378298" sldId="258"/>
            <ac:picMk id="9" creationId="{D13A930C-47EA-5F99-E295-A6487D4190DA}"/>
          </ac:picMkLst>
        </pc:picChg>
      </pc:sldChg>
      <pc:sldChg chg="addSp delSp modSp new mod">
        <pc:chgData name="Joydeep Mukherjee" userId="b347d260e62e678d" providerId="LiveId" clId="{048CD181-0206-E24E-932E-B12FB3261CC3}" dt="2025-01-07T22:47:50.210" v="735" actId="2710"/>
        <pc:sldMkLst>
          <pc:docMk/>
          <pc:sldMk cId="3741519941" sldId="259"/>
        </pc:sldMkLst>
        <pc:spChg chg="add mod">
          <ac:chgData name="Joydeep Mukherjee" userId="b347d260e62e678d" providerId="LiveId" clId="{048CD181-0206-E24E-932E-B12FB3261CC3}" dt="2025-01-07T22:18:21.685" v="176" actId="20577"/>
          <ac:spMkLst>
            <pc:docMk/>
            <pc:sldMk cId="3741519941" sldId="259"/>
            <ac:spMk id="4" creationId="{ECA66CD4-1D51-7C09-962A-7CFAD7FC85C1}"/>
          </ac:spMkLst>
        </pc:spChg>
        <pc:spChg chg="add mod">
          <ac:chgData name="Joydeep Mukherjee" userId="b347d260e62e678d" providerId="LiveId" clId="{048CD181-0206-E24E-932E-B12FB3261CC3}" dt="2025-01-07T22:47:50.210" v="735" actId="2710"/>
          <ac:spMkLst>
            <pc:docMk/>
            <pc:sldMk cId="3741519941" sldId="259"/>
            <ac:spMk id="5" creationId="{9EC87679-0E11-91FD-F84F-F6754A5A323C}"/>
          </ac:spMkLst>
        </pc:spChg>
      </pc:sldChg>
      <pc:sldChg chg="addSp delSp modSp new mod">
        <pc:chgData name="Joydeep Mukherjee" userId="b347d260e62e678d" providerId="LiveId" clId="{048CD181-0206-E24E-932E-B12FB3261CC3}" dt="2025-01-07T23:26:10.849" v="1200" actId="1037"/>
        <pc:sldMkLst>
          <pc:docMk/>
          <pc:sldMk cId="1486023521" sldId="260"/>
        </pc:sldMkLst>
        <pc:spChg chg="add mod">
          <ac:chgData name="Joydeep Mukherjee" userId="b347d260e62e678d" providerId="LiveId" clId="{048CD181-0206-E24E-932E-B12FB3261CC3}" dt="2025-01-07T22:54:18.439" v="747" actId="207"/>
          <ac:spMkLst>
            <pc:docMk/>
            <pc:sldMk cId="1486023521" sldId="260"/>
            <ac:spMk id="4" creationId="{DDF4BF19-8A0B-479E-643C-68C97B152362}"/>
          </ac:spMkLst>
        </pc:spChg>
        <pc:spChg chg="add del mod">
          <ac:chgData name="Joydeep Mukherjee" userId="b347d260e62e678d" providerId="LiveId" clId="{048CD181-0206-E24E-932E-B12FB3261CC3}" dt="2025-01-07T23:25:40.208" v="1188" actId="1037"/>
          <ac:spMkLst>
            <pc:docMk/>
            <pc:sldMk cId="1486023521" sldId="260"/>
            <ac:spMk id="5" creationId="{D85AC1A4-AFFF-2CBB-2C39-0F9E09B8B903}"/>
          </ac:spMkLst>
        </pc:spChg>
        <pc:picChg chg="add mod">
          <ac:chgData name="Joydeep Mukherjee" userId="b347d260e62e678d" providerId="LiveId" clId="{048CD181-0206-E24E-932E-B12FB3261CC3}" dt="2025-01-07T23:26:10.849" v="1200" actId="1037"/>
          <ac:picMkLst>
            <pc:docMk/>
            <pc:sldMk cId="1486023521" sldId="260"/>
            <ac:picMk id="7" creationId="{D39BF77C-178C-DEAF-566C-667867FE44D1}"/>
          </ac:picMkLst>
        </pc:picChg>
      </pc:sldChg>
      <pc:sldChg chg="addSp delSp modSp new mod">
        <pc:chgData name="Joydeep Mukherjee" userId="b347d260e62e678d" providerId="LiveId" clId="{048CD181-0206-E24E-932E-B12FB3261CC3}" dt="2025-01-07T23:51:08.602" v="1409" actId="2711"/>
        <pc:sldMkLst>
          <pc:docMk/>
          <pc:sldMk cId="2936467933" sldId="261"/>
        </pc:sldMkLst>
        <pc:spChg chg="add mod">
          <ac:chgData name="Joydeep Mukherjee" userId="b347d260e62e678d" providerId="LiveId" clId="{048CD181-0206-E24E-932E-B12FB3261CC3}" dt="2025-01-07T23:46:30.385" v="1216" actId="20577"/>
          <ac:spMkLst>
            <pc:docMk/>
            <pc:sldMk cId="2936467933" sldId="261"/>
            <ac:spMk id="4" creationId="{893BB729-C5C0-6800-A24A-68A4B2A860E1}"/>
          </ac:spMkLst>
        </pc:spChg>
        <pc:spChg chg="add mod">
          <ac:chgData name="Joydeep Mukherjee" userId="b347d260e62e678d" providerId="LiveId" clId="{048CD181-0206-E24E-932E-B12FB3261CC3}" dt="2025-01-07T23:51:08.602" v="1409" actId="2711"/>
          <ac:spMkLst>
            <pc:docMk/>
            <pc:sldMk cId="2936467933" sldId="261"/>
            <ac:spMk id="9" creationId="{8E42DB35-1297-2713-DFE0-9865DA71C7C6}"/>
          </ac:spMkLst>
        </pc:spChg>
        <pc:picChg chg="add mod">
          <ac:chgData name="Joydeep Mukherjee" userId="b347d260e62e678d" providerId="LiveId" clId="{048CD181-0206-E24E-932E-B12FB3261CC3}" dt="2025-01-07T23:47:22.707" v="1245" actId="14100"/>
          <ac:picMkLst>
            <pc:docMk/>
            <pc:sldMk cId="2936467933" sldId="261"/>
            <ac:picMk id="6" creationId="{111F3C58-9147-D3FE-EF94-2D62A0585584}"/>
          </ac:picMkLst>
        </pc:picChg>
        <pc:picChg chg="add mod">
          <ac:chgData name="Joydeep Mukherjee" userId="b347d260e62e678d" providerId="LiveId" clId="{048CD181-0206-E24E-932E-B12FB3261CC3}" dt="2025-01-07T23:48:28.444" v="1302" actId="1036"/>
          <ac:picMkLst>
            <pc:docMk/>
            <pc:sldMk cId="2936467933" sldId="261"/>
            <ac:picMk id="8" creationId="{0550E78F-CF78-1A95-D06B-888F96D48A83}"/>
          </ac:picMkLst>
        </pc:picChg>
      </pc:sldChg>
      <pc:sldChg chg="addSp delSp modSp new mod">
        <pc:chgData name="Joydeep Mukherjee" userId="b347d260e62e678d" providerId="LiveId" clId="{048CD181-0206-E24E-932E-B12FB3261CC3}" dt="2025-01-08T00:03:30.373" v="1464" actId="1037"/>
        <pc:sldMkLst>
          <pc:docMk/>
          <pc:sldMk cId="4065759617" sldId="262"/>
        </pc:sldMkLst>
        <pc:spChg chg="add mod">
          <ac:chgData name="Joydeep Mukherjee" userId="b347d260e62e678d" providerId="LiveId" clId="{048CD181-0206-E24E-932E-B12FB3261CC3}" dt="2025-01-07T23:54:41.494" v="1415"/>
          <ac:spMkLst>
            <pc:docMk/>
            <pc:sldMk cId="4065759617" sldId="262"/>
            <ac:spMk id="5" creationId="{011E1D1A-50F5-A841-80F3-616B570ED1BD}"/>
          </ac:spMkLst>
        </pc:spChg>
        <pc:picChg chg="add mod">
          <ac:chgData name="Joydeep Mukherjee" userId="b347d260e62e678d" providerId="LiveId" clId="{048CD181-0206-E24E-932E-B12FB3261CC3}" dt="2025-01-08T00:02:56.403" v="1419" actId="14100"/>
          <ac:picMkLst>
            <pc:docMk/>
            <pc:sldMk cId="4065759617" sldId="262"/>
            <ac:picMk id="7" creationId="{4F71FE25-D7AA-A799-24FF-724D80A1A38E}"/>
          </ac:picMkLst>
        </pc:picChg>
        <pc:picChg chg="add mod">
          <ac:chgData name="Joydeep Mukherjee" userId="b347d260e62e678d" providerId="LiveId" clId="{048CD181-0206-E24E-932E-B12FB3261CC3}" dt="2025-01-08T00:03:30.373" v="1464" actId="1037"/>
          <ac:picMkLst>
            <pc:docMk/>
            <pc:sldMk cId="4065759617" sldId="262"/>
            <ac:picMk id="9" creationId="{5C2E3CA1-D63E-FD8B-17B5-1B932722CF27}"/>
          </ac:picMkLst>
        </pc:picChg>
      </pc:sldChg>
      <pc:sldChg chg="new del">
        <pc:chgData name="Joydeep Mukherjee" userId="b347d260e62e678d" providerId="LiveId" clId="{048CD181-0206-E24E-932E-B12FB3261CC3}" dt="2025-01-15T00:40:02.047" v="1468" actId="2696"/>
        <pc:sldMkLst>
          <pc:docMk/>
          <pc:sldMk cId="914464695" sldId="263"/>
        </pc:sldMkLst>
      </pc:sldChg>
      <pc:sldChg chg="addSp delSp modSp add mod">
        <pc:chgData name="Joydeep Mukherjee" userId="b347d260e62e678d" providerId="LiveId" clId="{048CD181-0206-E24E-932E-B12FB3261CC3}" dt="2025-01-15T00:45:01.765" v="1523" actId="478"/>
        <pc:sldMkLst>
          <pc:docMk/>
          <pc:sldMk cId="2159865305" sldId="263"/>
        </pc:sldMkLst>
        <pc:spChg chg="del">
          <ac:chgData name="Joydeep Mukherjee" userId="b347d260e62e678d" providerId="LiveId" clId="{048CD181-0206-E24E-932E-B12FB3261CC3}" dt="2025-01-15T00:45:01.765" v="1523" actId="478"/>
          <ac:spMkLst>
            <pc:docMk/>
            <pc:sldMk cId="2159865305" sldId="263"/>
            <ac:spMk id="5" creationId="{BAB19255-0998-2633-7A5A-97E616895DDD}"/>
          </ac:spMkLst>
        </pc:spChg>
        <pc:picChg chg="add mod">
          <ac:chgData name="Joydeep Mukherjee" userId="b347d260e62e678d" providerId="LiveId" clId="{048CD181-0206-E24E-932E-B12FB3261CC3}" dt="2025-01-15T00:44:54.814" v="1522" actId="1035"/>
          <ac:picMkLst>
            <pc:docMk/>
            <pc:sldMk cId="2159865305" sldId="263"/>
            <ac:picMk id="3" creationId="{6C2BEDED-327C-75F7-1A65-789EDCF136BD}"/>
          </ac:picMkLst>
        </pc:picChg>
        <pc:picChg chg="del">
          <ac:chgData name="Joydeep Mukherjee" userId="b347d260e62e678d" providerId="LiveId" clId="{048CD181-0206-E24E-932E-B12FB3261CC3}" dt="2025-01-15T00:44:22.452" v="1470" actId="478"/>
          <ac:picMkLst>
            <pc:docMk/>
            <pc:sldMk cId="2159865305" sldId="263"/>
            <ac:picMk id="7" creationId="{C4E5CFAF-FFB8-ACD1-D7D3-834F43B94E67}"/>
          </ac:picMkLst>
        </pc:picChg>
        <pc:picChg chg="del">
          <ac:chgData name="Joydeep Mukherjee" userId="b347d260e62e678d" providerId="LiveId" clId="{048CD181-0206-E24E-932E-B12FB3261CC3}" dt="2025-01-15T00:44:24.518" v="1471" actId="478"/>
          <ac:picMkLst>
            <pc:docMk/>
            <pc:sldMk cId="2159865305" sldId="263"/>
            <ac:picMk id="9" creationId="{0B8F95BA-4EF1-ADC0-006A-20E8608541D5}"/>
          </ac:picMkLst>
        </pc:picChg>
      </pc:sldChg>
      <pc:sldChg chg="addSp delSp modSp new mod">
        <pc:chgData name="Joydeep Mukherjee" userId="b347d260e62e678d" providerId="LiveId" clId="{048CD181-0206-E24E-932E-B12FB3261CC3}" dt="2025-01-15T00:45:37.268" v="1528" actId="27614"/>
        <pc:sldMkLst>
          <pc:docMk/>
          <pc:sldMk cId="1019480244" sldId="264"/>
        </pc:sldMkLst>
        <pc:spChg chg="del">
          <ac:chgData name="Joydeep Mukherjee" userId="b347d260e62e678d" providerId="LiveId" clId="{048CD181-0206-E24E-932E-B12FB3261CC3}" dt="2025-01-15T00:45:15.256" v="1525" actId="478"/>
          <ac:spMkLst>
            <pc:docMk/>
            <pc:sldMk cId="1019480244" sldId="264"/>
            <ac:spMk id="2" creationId="{0588C2D7-9C8A-96EB-6B7F-CE9A2F7DDC61}"/>
          </ac:spMkLst>
        </pc:spChg>
        <pc:spChg chg="del">
          <ac:chgData name="Joydeep Mukherjee" userId="b347d260e62e678d" providerId="LiveId" clId="{048CD181-0206-E24E-932E-B12FB3261CC3}" dt="2025-01-15T00:45:20.221" v="1526" actId="478"/>
          <ac:spMkLst>
            <pc:docMk/>
            <pc:sldMk cId="1019480244" sldId="264"/>
            <ac:spMk id="3" creationId="{DD742E5A-FCA7-3391-A0B6-9CF6ABC0CAE4}"/>
          </ac:spMkLst>
        </pc:spChg>
        <pc:picChg chg="add mod">
          <ac:chgData name="Joydeep Mukherjee" userId="b347d260e62e678d" providerId="LiveId" clId="{048CD181-0206-E24E-932E-B12FB3261CC3}" dt="2025-01-15T00:45:37.268" v="1528" actId="27614"/>
          <ac:picMkLst>
            <pc:docMk/>
            <pc:sldMk cId="1019480244" sldId="264"/>
            <ac:picMk id="5" creationId="{7C6F80B6-2958-DE3E-E439-5FA4E877824B}"/>
          </ac:picMkLst>
        </pc:picChg>
      </pc:sldChg>
      <pc:sldChg chg="addSp delSp modSp new mod">
        <pc:chgData name="Joydeep Mukherjee" userId="b347d260e62e678d" providerId="LiveId" clId="{048CD181-0206-E24E-932E-B12FB3261CC3}" dt="2025-01-15T00:46:02.713" v="1535" actId="14100"/>
        <pc:sldMkLst>
          <pc:docMk/>
          <pc:sldMk cId="3967832401" sldId="265"/>
        </pc:sldMkLst>
        <pc:spChg chg="del">
          <ac:chgData name="Joydeep Mukherjee" userId="b347d260e62e678d" providerId="LiveId" clId="{048CD181-0206-E24E-932E-B12FB3261CC3}" dt="2025-01-15T00:45:44.767" v="1530" actId="478"/>
          <ac:spMkLst>
            <pc:docMk/>
            <pc:sldMk cId="3967832401" sldId="265"/>
            <ac:spMk id="2" creationId="{C77ACF06-34C7-99FC-1644-27FCA36BB4E0}"/>
          </ac:spMkLst>
        </pc:spChg>
        <pc:spChg chg="del">
          <ac:chgData name="Joydeep Mukherjee" userId="b347d260e62e678d" providerId="LiveId" clId="{048CD181-0206-E24E-932E-B12FB3261CC3}" dt="2025-01-15T00:45:48.026" v="1531" actId="478"/>
          <ac:spMkLst>
            <pc:docMk/>
            <pc:sldMk cId="3967832401" sldId="265"/>
            <ac:spMk id="3" creationId="{7EE4DA85-F6BC-21F6-2857-28D411487F09}"/>
          </ac:spMkLst>
        </pc:spChg>
        <pc:picChg chg="add mod">
          <ac:chgData name="Joydeep Mukherjee" userId="b347d260e62e678d" providerId="LiveId" clId="{048CD181-0206-E24E-932E-B12FB3261CC3}" dt="2025-01-15T00:46:02.713" v="1535" actId="14100"/>
          <ac:picMkLst>
            <pc:docMk/>
            <pc:sldMk cId="3967832401" sldId="265"/>
            <ac:picMk id="5" creationId="{24A2331C-CE8E-347A-5AE3-918307AAF2B2}"/>
          </ac:picMkLst>
        </pc:picChg>
      </pc:sldChg>
      <pc:sldChg chg="addSp delSp modSp new mod">
        <pc:chgData name="Joydeep Mukherjee" userId="b347d260e62e678d" providerId="LiveId" clId="{048CD181-0206-E24E-932E-B12FB3261CC3}" dt="2025-01-15T00:46:33.111" v="1542" actId="14100"/>
        <pc:sldMkLst>
          <pc:docMk/>
          <pc:sldMk cId="2454086688" sldId="266"/>
        </pc:sldMkLst>
        <pc:spChg chg="del">
          <ac:chgData name="Joydeep Mukherjee" userId="b347d260e62e678d" providerId="LiveId" clId="{048CD181-0206-E24E-932E-B12FB3261CC3}" dt="2025-01-15T00:46:11.922" v="1537" actId="478"/>
          <ac:spMkLst>
            <pc:docMk/>
            <pc:sldMk cId="2454086688" sldId="266"/>
            <ac:spMk id="2" creationId="{DA8BC80B-2493-3D5C-A3A0-5EEE16EB600F}"/>
          </ac:spMkLst>
        </pc:spChg>
        <pc:spChg chg="del">
          <ac:chgData name="Joydeep Mukherjee" userId="b347d260e62e678d" providerId="LiveId" clId="{048CD181-0206-E24E-932E-B12FB3261CC3}" dt="2025-01-15T00:46:14.889" v="1538" actId="478"/>
          <ac:spMkLst>
            <pc:docMk/>
            <pc:sldMk cId="2454086688" sldId="266"/>
            <ac:spMk id="3" creationId="{C0402660-051E-93F9-1EEB-D67D7278CA08}"/>
          </ac:spMkLst>
        </pc:spChg>
        <pc:picChg chg="add mod">
          <ac:chgData name="Joydeep Mukherjee" userId="b347d260e62e678d" providerId="LiveId" clId="{048CD181-0206-E24E-932E-B12FB3261CC3}" dt="2025-01-15T00:46:33.111" v="1542" actId="14100"/>
          <ac:picMkLst>
            <pc:docMk/>
            <pc:sldMk cId="2454086688" sldId="266"/>
            <ac:picMk id="5" creationId="{7BDC096E-AC1C-1AF3-0807-3A9334EC4C18}"/>
          </ac:picMkLst>
        </pc:picChg>
      </pc:sldChg>
      <pc:sldChg chg="addSp delSp modSp new mod">
        <pc:chgData name="Joydeep Mukherjee" userId="b347d260e62e678d" providerId="LiveId" clId="{048CD181-0206-E24E-932E-B12FB3261CC3}" dt="2025-01-15T00:55:32.121" v="1665" actId="113"/>
        <pc:sldMkLst>
          <pc:docMk/>
          <pc:sldMk cId="1862926072" sldId="267"/>
        </pc:sldMkLst>
        <pc:spChg chg="del">
          <ac:chgData name="Joydeep Mukherjee" userId="b347d260e62e678d" providerId="LiveId" clId="{048CD181-0206-E24E-932E-B12FB3261CC3}" dt="2025-01-15T00:46:48.463" v="1544" actId="478"/>
          <ac:spMkLst>
            <pc:docMk/>
            <pc:sldMk cId="1862926072" sldId="267"/>
            <ac:spMk id="2" creationId="{FC689239-0211-8B24-AFF6-9A08BFF9EC8B}"/>
          </ac:spMkLst>
        </pc:spChg>
        <pc:spChg chg="del">
          <ac:chgData name="Joydeep Mukherjee" userId="b347d260e62e678d" providerId="LiveId" clId="{048CD181-0206-E24E-932E-B12FB3261CC3}" dt="2025-01-15T00:46:53.715" v="1545" actId="478"/>
          <ac:spMkLst>
            <pc:docMk/>
            <pc:sldMk cId="1862926072" sldId="267"/>
            <ac:spMk id="3" creationId="{ED1810AF-2D6E-AE71-9C0F-2B8557DD0B73}"/>
          </ac:spMkLst>
        </pc:spChg>
        <pc:spChg chg="add mod">
          <ac:chgData name="Joydeep Mukherjee" userId="b347d260e62e678d" providerId="LiveId" clId="{048CD181-0206-E24E-932E-B12FB3261CC3}" dt="2025-01-15T00:55:32.121" v="1665" actId="113"/>
          <ac:spMkLst>
            <pc:docMk/>
            <pc:sldMk cId="1862926072" sldId="267"/>
            <ac:spMk id="4" creationId="{2E9D139B-E790-A218-B4BE-B7255F5BB821}"/>
          </ac:spMkLst>
        </pc:spChg>
      </pc:sldChg>
    </pc:docChg>
  </pc:docChgLst>
  <pc:docChgLst>
    <pc:chgData name="Joydeep Mukherjee" userId="b347d260e62e678d" providerId="Windows Live" clId="Web-{C06D43AE-AD6A-4A7E-86AD-6EC05E7E0B64}"/>
    <pc:docChg chg="addSld modSld">
      <pc:chgData name="Joydeep Mukherjee" userId="b347d260e62e678d" providerId="Windows Live" clId="Web-{C06D43AE-AD6A-4A7E-86AD-6EC05E7E0B64}" dt="2025-01-07T10:51:44.688" v="574"/>
      <pc:docMkLst>
        <pc:docMk/>
      </pc:docMkLst>
      <pc:sldChg chg="addSp delSp modSp">
        <pc:chgData name="Joydeep Mukherjee" userId="b347d260e62e678d" providerId="Windows Live" clId="Web-{C06D43AE-AD6A-4A7E-86AD-6EC05E7E0B64}" dt="2025-01-07T09:57:27.503" v="32" actId="1076"/>
        <pc:sldMkLst>
          <pc:docMk/>
          <pc:sldMk cId="109857222" sldId="256"/>
        </pc:sldMkLst>
        <pc:spChg chg="mod">
          <ac:chgData name="Joydeep Mukherjee" userId="b347d260e62e678d" providerId="Windows Live" clId="Web-{C06D43AE-AD6A-4A7E-86AD-6EC05E7E0B64}" dt="2025-01-07T09:40:23.057" v="11" actId="20577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Joydeep Mukherjee" userId="b347d260e62e678d" providerId="Windows Live" clId="Web-{C06D43AE-AD6A-4A7E-86AD-6EC05E7E0B64}" dt="2025-01-07T09:43:05.592" v="29" actId="20577"/>
          <ac:spMkLst>
            <pc:docMk/>
            <pc:sldMk cId="109857222" sldId="256"/>
            <ac:spMk id="4" creationId="{743AFD54-6EF7-3F6A-48B9-1C96AC046455}"/>
          </ac:spMkLst>
        </pc:spChg>
        <pc:picChg chg="add mod">
          <ac:chgData name="Joydeep Mukherjee" userId="b347d260e62e678d" providerId="Windows Live" clId="Web-{C06D43AE-AD6A-4A7E-86AD-6EC05E7E0B64}" dt="2025-01-07T09:57:27.503" v="32" actId="1076"/>
          <ac:picMkLst>
            <pc:docMk/>
            <pc:sldMk cId="109857222" sldId="256"/>
            <ac:picMk id="5" creationId="{1729813E-5277-D569-9B26-46E0AE33C18C}"/>
          </ac:picMkLst>
        </pc:picChg>
      </pc:sldChg>
      <pc:sldChg chg="addSp delSp modSp new">
        <pc:chgData name="Joydeep Mukherjee" userId="b347d260e62e678d" providerId="Windows Live" clId="Web-{C06D43AE-AD6A-4A7E-86AD-6EC05E7E0B64}" dt="2025-01-07T10:49:50.717" v="571"/>
        <pc:sldMkLst>
          <pc:docMk/>
          <pc:sldMk cId="2457115570" sldId="257"/>
        </pc:sldMkLst>
        <pc:spChg chg="add mod">
          <ac:chgData name="Joydeep Mukherjee" userId="b347d260e62e678d" providerId="Windows Live" clId="Web-{C06D43AE-AD6A-4A7E-86AD-6EC05E7E0B64}" dt="2025-01-07T10:47:21.682" v="534" actId="20577"/>
          <ac:spMkLst>
            <pc:docMk/>
            <pc:sldMk cId="2457115570" sldId="257"/>
            <ac:spMk id="4" creationId="{00E3C307-B47A-42D2-6A7A-765FD6B86FF2}"/>
          </ac:spMkLst>
        </pc:spChg>
        <pc:spChg chg="add mod">
          <ac:chgData name="Joydeep Mukherjee" userId="b347d260e62e678d" providerId="Windows Live" clId="Web-{C06D43AE-AD6A-4A7E-86AD-6EC05E7E0B64}" dt="2025-01-07T10:49:50.717" v="571"/>
          <ac:spMkLst>
            <pc:docMk/>
            <pc:sldMk cId="2457115570" sldId="257"/>
            <ac:spMk id="5" creationId="{A83D8E99-84F3-83F4-DE9F-F151302A41D2}"/>
          </ac:spMkLst>
        </pc:spChg>
        <pc:spChg chg="add mod">
          <ac:chgData name="Joydeep Mukherjee" userId="b347d260e62e678d" providerId="Windows Live" clId="Web-{C06D43AE-AD6A-4A7E-86AD-6EC05E7E0B64}" dt="2025-01-07T10:49:24.247" v="569"/>
          <ac:spMkLst>
            <pc:docMk/>
            <pc:sldMk cId="2457115570" sldId="257"/>
            <ac:spMk id="8" creationId="{68EF8F1E-53EB-EBFB-4675-21AFBE20B4C9}"/>
          </ac:spMkLst>
        </pc:spChg>
      </pc:sldChg>
      <pc:sldChg chg="delSp new">
        <pc:chgData name="Joydeep Mukherjee" userId="b347d260e62e678d" providerId="Windows Live" clId="Web-{C06D43AE-AD6A-4A7E-86AD-6EC05E7E0B64}" dt="2025-01-07T10:51:44.688" v="574"/>
        <pc:sldMkLst>
          <pc:docMk/>
          <pc:sldMk cId="4937829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64029"/>
          </a:xfrm>
        </p:spPr>
        <p:txBody>
          <a:bodyPr>
            <a:normAutofit fontScale="90000"/>
          </a:bodyPr>
          <a:lstStyle/>
          <a:p>
            <a:r>
              <a:rPr lang="en-US" dirty="0"/>
              <a:t>Test of Hypotheses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AFD54-6EF7-3F6A-48B9-1C96AC046455}"/>
              </a:ext>
            </a:extLst>
          </p:cNvPr>
          <p:cNvSpPr txBox="1"/>
          <p:nvPr/>
        </p:nvSpPr>
        <p:spPr>
          <a:xfrm>
            <a:off x="1266567" y="2131540"/>
            <a:ext cx="95455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 dirty="0">
                <a:solidFill>
                  <a:schemeClr val="accent1"/>
                </a:solidFill>
              </a:rPr>
              <a:t>Motivation</a:t>
            </a:r>
            <a:r>
              <a:rPr lang="en-US" dirty="0"/>
              <a:t>:</a:t>
            </a:r>
          </a:p>
        </p:txBody>
      </p:sp>
      <p:pic>
        <p:nvPicPr>
          <p:cNvPr id="5" name="Picture 4" descr="A diagram of a plane&#10;&#10;AI-generated content may be incorrect.">
            <a:extLst>
              <a:ext uri="{FF2B5EF4-FFF2-40B4-BE49-F238E27FC236}">
                <a16:creationId xmlns:a16="http://schemas.microsoft.com/office/drawing/2014/main" id="{1729813E-5277-D569-9B26-46E0AE33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243" y="2898486"/>
            <a:ext cx="6096000" cy="294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E3C307-B47A-42D2-6A7A-765FD6B86FF2}"/>
              </a:ext>
            </a:extLst>
          </p:cNvPr>
          <p:cNvSpPr txBox="1"/>
          <p:nvPr/>
        </p:nvSpPr>
        <p:spPr>
          <a:xfrm>
            <a:off x="401595" y="391297"/>
            <a:ext cx="1122405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States of a binary detector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Usual State – No Signal only Noise – Null Hypotheses – H</a:t>
            </a:r>
            <a:r>
              <a:rPr lang="en-US" baseline="-25000" dirty="0"/>
              <a:t>0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Special State – Signal detected – Alternate Hypotheses—H</a:t>
            </a:r>
            <a:r>
              <a:rPr lang="en-US" baseline="-250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D8E99-84F3-83F4-DE9F-F151302A41D2}"/>
              </a:ext>
            </a:extLst>
          </p:cNvPr>
          <p:cNvSpPr txBox="1"/>
          <p:nvPr/>
        </p:nvSpPr>
        <p:spPr>
          <a:xfrm>
            <a:off x="401595" y="2769973"/>
            <a:ext cx="6755026" cy="267765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Possible outcomes of a binary detector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en-US" dirty="0"/>
              <a:t>D</a:t>
            </a:r>
            <a:r>
              <a:rPr lang="en-US" baseline="-25000" dirty="0"/>
              <a:t>0</a:t>
            </a:r>
            <a:r>
              <a:rPr lang="en-US" sz="2400" dirty="0"/>
              <a:t>|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—correct decision -- "proper dismissal"</a:t>
            </a:r>
          </a:p>
          <a:p>
            <a:pPr marL="342900" indent="-342900">
              <a:buAutoNum type="arabicPeriod"/>
            </a:pPr>
            <a:r>
              <a:rPr lang="en-US" dirty="0"/>
              <a:t>D</a:t>
            </a:r>
            <a:r>
              <a:rPr lang="en-US" baseline="-25000" dirty="0">
                <a:solidFill>
                  <a:srgbClr val="000000"/>
                </a:solidFill>
              </a:rPr>
              <a:t>1</a:t>
            </a:r>
            <a:r>
              <a:rPr lang="en-US" sz="2400" dirty="0"/>
              <a:t>|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— Type </a:t>
            </a:r>
            <a:r>
              <a:rPr lang="en-US" dirty="0">
                <a:latin typeface="Aptos"/>
                <a:ea typeface="Calibri"/>
                <a:cs typeface="Calibri"/>
              </a:rPr>
              <a:t>I Error -- "false alarm" </a:t>
            </a:r>
          </a:p>
          <a:p>
            <a:pPr marL="342900" indent="-342900">
              <a:buAutoNum type="arabicPeriod"/>
            </a:pPr>
            <a:r>
              <a:rPr lang="en-US" dirty="0">
                <a:latin typeface="Aptos"/>
                <a:ea typeface="Calibri"/>
                <a:cs typeface="Calibri"/>
              </a:rPr>
              <a:t>D</a:t>
            </a:r>
            <a:r>
              <a:rPr lang="en-US" baseline="-25000" dirty="0">
                <a:latin typeface="Aptos"/>
                <a:ea typeface="Calibri"/>
                <a:cs typeface="Calibri"/>
              </a:rPr>
              <a:t>0</a:t>
            </a:r>
            <a:r>
              <a:rPr lang="en-US" sz="2400" dirty="0">
                <a:latin typeface="Aptos"/>
                <a:ea typeface="Calibri"/>
                <a:cs typeface="Calibri"/>
              </a:rPr>
              <a:t>|</a:t>
            </a:r>
            <a:r>
              <a:rPr lang="en-US" dirty="0">
                <a:latin typeface="Aptos"/>
                <a:ea typeface="Calibri"/>
                <a:cs typeface="Calibri"/>
              </a:rPr>
              <a:t>H</a:t>
            </a:r>
            <a:r>
              <a:rPr lang="en-US" baseline="-25000" dirty="0">
                <a:latin typeface="Aptos"/>
                <a:ea typeface="Calibri"/>
                <a:cs typeface="Calibri"/>
              </a:rPr>
              <a:t>1</a:t>
            </a:r>
            <a:r>
              <a:rPr lang="en-US" dirty="0">
                <a:latin typeface="Aptos"/>
                <a:ea typeface="Calibri"/>
                <a:cs typeface="Calibri"/>
              </a:rPr>
              <a:t> – Type II Error -- "miss" </a:t>
            </a:r>
          </a:p>
          <a:p>
            <a:pPr marL="342900" indent="-342900">
              <a:buAutoNum type="arabicPeriod"/>
            </a:pPr>
            <a:r>
              <a:rPr lang="en-US" dirty="0">
                <a:latin typeface="Aptos"/>
                <a:ea typeface="Calibri"/>
                <a:cs typeface="Calibri"/>
              </a:rPr>
              <a:t>D</a:t>
            </a:r>
            <a:r>
              <a:rPr lang="en-US" baseline="-25000" dirty="0">
                <a:latin typeface="Aptos"/>
                <a:ea typeface="Calibri"/>
                <a:cs typeface="Calibri"/>
              </a:rPr>
              <a:t>1</a:t>
            </a:r>
            <a:r>
              <a:rPr lang="en-US" sz="2400" dirty="0">
                <a:latin typeface="Aptos"/>
                <a:ea typeface="Calibri"/>
                <a:cs typeface="Calibri"/>
              </a:rPr>
              <a:t>|</a:t>
            </a:r>
            <a:r>
              <a:rPr lang="en-US" dirty="0">
                <a:latin typeface="Aptos"/>
                <a:ea typeface="Calibri"/>
                <a:cs typeface="Calibri"/>
              </a:rPr>
              <a:t>H</a:t>
            </a:r>
            <a:r>
              <a:rPr lang="en-US" baseline="-25000" dirty="0">
                <a:latin typeface="Aptos"/>
                <a:ea typeface="Calibri"/>
                <a:cs typeface="Calibri"/>
              </a:rPr>
              <a:t>1</a:t>
            </a:r>
            <a:r>
              <a:rPr lang="en-US" dirty="0">
                <a:latin typeface="Aptos"/>
                <a:ea typeface="Calibri"/>
                <a:cs typeface="Calibri"/>
              </a:rPr>
              <a:t>—correct decision-- "action"</a:t>
            </a:r>
          </a:p>
          <a:p>
            <a:endParaRPr lang="en-US" dirty="0">
              <a:latin typeface="Aptos"/>
              <a:ea typeface="Calibri"/>
              <a:cs typeface="Calibri"/>
            </a:endParaRPr>
          </a:p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F8F1E-53EB-EBFB-4675-21AFBE20B4C9}"/>
              </a:ext>
            </a:extLst>
          </p:cNvPr>
          <p:cNvSpPr txBox="1"/>
          <p:nvPr/>
        </p:nvSpPr>
        <p:spPr>
          <a:xfrm>
            <a:off x="8268729" y="2769972"/>
            <a:ext cx="3171567" cy="120032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0</a:t>
            </a:r>
            <a:r>
              <a:rPr lang="en-US" dirty="0"/>
              <a:t> – decide noise</a:t>
            </a:r>
          </a:p>
          <a:p>
            <a:endParaRPr lang="en-US" dirty="0"/>
          </a:p>
          <a:p>
            <a:r>
              <a:rPr lang="en-US" dirty="0"/>
              <a:t>D</a:t>
            </a:r>
            <a:r>
              <a:rPr lang="en-US" baseline="-25000" dirty="0"/>
              <a:t>1</a:t>
            </a:r>
            <a:r>
              <a:rPr lang="en-US" dirty="0"/>
              <a:t> – decide signal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11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67BDD-FC51-04D6-CB07-CE2286E949E9}"/>
              </a:ext>
            </a:extLst>
          </p:cNvPr>
          <p:cNvSpPr txBox="1"/>
          <p:nvPr/>
        </p:nvSpPr>
        <p:spPr>
          <a:xfrm>
            <a:off x="821327" y="587828"/>
            <a:ext cx="611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Decision Procedure in a detector</a:t>
            </a:r>
          </a:p>
        </p:txBody>
      </p:sp>
      <p:pic>
        <p:nvPicPr>
          <p:cNvPr id="5" name="Picture 4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303A25A3-2BD5-2035-96D1-16F52F624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10" y="957160"/>
            <a:ext cx="7345180" cy="3055160"/>
          </a:xfrm>
          <a:prstGeom prst="rect">
            <a:avLst/>
          </a:prstGeom>
        </p:spPr>
      </p:pic>
      <p:pic>
        <p:nvPicPr>
          <p:cNvPr id="7" name="Picture 6" descr="A table with black text and black letters&#10;&#10;Description automatically generated">
            <a:extLst>
              <a:ext uri="{FF2B5EF4-FFF2-40B4-BE49-F238E27FC236}">
                <a16:creationId xmlns:a16="http://schemas.microsoft.com/office/drawing/2014/main" id="{6EF37E91-2A81-C276-ABE1-C9D16611C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718609"/>
            <a:ext cx="7772400" cy="1694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A930C-47EA-5F99-E295-A6487D419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550" y="5681448"/>
            <a:ext cx="5373349" cy="49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8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A66CD4-1D51-7C09-962A-7CFAD7FC85C1}"/>
              </a:ext>
            </a:extLst>
          </p:cNvPr>
          <p:cNvSpPr txBox="1"/>
          <p:nvPr/>
        </p:nvSpPr>
        <p:spPr>
          <a:xfrm>
            <a:off x="794479" y="584616"/>
            <a:ext cx="605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Test of Hypothesis Procedure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87679-0E11-91FD-F84F-F6754A5A323C}"/>
              </a:ext>
            </a:extLst>
          </p:cNvPr>
          <p:cNvSpPr txBox="1"/>
          <p:nvPr/>
        </p:nvSpPr>
        <p:spPr>
          <a:xfrm>
            <a:off x="869430" y="1364105"/>
            <a:ext cx="9323881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Formulate the Null hypothesis– H</a:t>
            </a:r>
            <a:r>
              <a:rPr lang="en-US" baseline="-25000" dirty="0"/>
              <a:t>0   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Formulate the Alternate hypothesis – H</a:t>
            </a:r>
            <a:r>
              <a:rPr lang="en-US" baseline="-25000" dirty="0"/>
              <a:t>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an appropriate test statistic(TS) and compute its value from the samples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Decide an 𝛼 – </a:t>
            </a:r>
            <a:r>
              <a:rPr lang="en-US" i="1" dirty="0"/>
              <a:t>level of significance or Type I error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Using TS and 𝛼 compute the rejection region(RR)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If the observed value of TS lies in the RR reject H</a:t>
            </a:r>
            <a:r>
              <a:rPr lang="en-US" baseline="-25000" dirty="0"/>
              <a:t>0 </a:t>
            </a:r>
            <a:r>
              <a:rPr lang="en-US" dirty="0"/>
              <a:t>in favor of H</a:t>
            </a:r>
            <a:r>
              <a:rPr lang="en-US" baseline="-25000" dirty="0"/>
              <a:t>a </a:t>
            </a:r>
            <a:r>
              <a:rPr lang="en-US" dirty="0"/>
              <a:t>else state: not able to reject H</a:t>
            </a:r>
            <a:r>
              <a:rPr lang="en-US" baseline="-25000" dirty="0"/>
              <a:t>0 </a:t>
            </a:r>
            <a:r>
              <a:rPr lang="en-US" dirty="0"/>
              <a:t>on the basis of observed evidence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Compute the </a:t>
            </a:r>
            <a:r>
              <a:rPr lang="en-US" i="1" dirty="0"/>
              <a:t>p-value</a:t>
            </a:r>
            <a:r>
              <a:rPr lang="en-US" dirty="0"/>
              <a:t> from the null distribution of the TS and interpret it</a:t>
            </a:r>
          </a:p>
        </p:txBody>
      </p:sp>
    </p:spTree>
    <p:extLst>
      <p:ext uri="{BB962C8B-B14F-4D97-AF65-F5344CB8AC3E}">
        <p14:creationId xmlns:p14="http://schemas.microsoft.com/office/powerpoint/2010/main" val="374151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F4BF19-8A0B-479E-643C-68C97B152362}"/>
              </a:ext>
            </a:extLst>
          </p:cNvPr>
          <p:cNvSpPr txBox="1"/>
          <p:nvPr/>
        </p:nvSpPr>
        <p:spPr>
          <a:xfrm>
            <a:off x="794657" y="642257"/>
            <a:ext cx="466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AC1A4-AFFF-2CBB-2C39-0F9E09B8B903}"/>
              </a:ext>
            </a:extLst>
          </p:cNvPr>
          <p:cNvSpPr txBox="1"/>
          <p:nvPr/>
        </p:nvSpPr>
        <p:spPr>
          <a:xfrm>
            <a:off x="827308" y="1132105"/>
            <a:ext cx="804454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Usual format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𝜇 = 𝜇</a:t>
            </a:r>
            <a:r>
              <a:rPr lang="en-US" baseline="-25000" dirty="0"/>
              <a:t>0</a:t>
            </a:r>
          </a:p>
          <a:p>
            <a:endParaRPr lang="en-US" dirty="0"/>
          </a:p>
          <a:p>
            <a:r>
              <a:rPr lang="en-US" dirty="0"/>
              <a:t>against one of the alternatives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𝜇 ≠ 𝜇</a:t>
            </a:r>
            <a:r>
              <a:rPr lang="en-US" baseline="-25000" dirty="0"/>
              <a:t>a </a:t>
            </a:r>
            <a:r>
              <a:rPr lang="en-US" dirty="0"/>
              <a:t>--- two tailed alternative</a:t>
            </a:r>
          </a:p>
          <a:p>
            <a:pPr>
              <a:lnSpc>
                <a:spcPct val="150000"/>
              </a:lnSpc>
            </a:pPr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𝜇 &lt; 𝜇</a:t>
            </a:r>
            <a:r>
              <a:rPr lang="en-US" baseline="-25000" dirty="0"/>
              <a:t>0 </a:t>
            </a:r>
            <a:r>
              <a:rPr lang="en-US" dirty="0"/>
              <a:t>--- lower or left  tailed alternative</a:t>
            </a:r>
          </a:p>
          <a:p>
            <a:pPr>
              <a:lnSpc>
                <a:spcPct val="150000"/>
              </a:lnSpc>
            </a:pPr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𝜇 &gt; 𝜇</a:t>
            </a:r>
            <a:r>
              <a:rPr lang="en-US" baseline="-25000" dirty="0"/>
              <a:t>0</a:t>
            </a:r>
            <a:r>
              <a:rPr lang="en-US" dirty="0"/>
              <a:t> --- upper or right tailed alternative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white paper with black text&#10;&#10;Description automatically generated">
            <a:extLst>
              <a:ext uri="{FF2B5EF4-FFF2-40B4-BE49-F238E27FC236}">
                <a16:creationId xmlns:a16="http://schemas.microsoft.com/office/drawing/2014/main" id="{D39BF77C-178C-DEAF-566C-667867FE4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3" y="4346967"/>
            <a:ext cx="7772400" cy="223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2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3BB729-C5C0-6800-A24A-68A4B2A860E1}"/>
              </a:ext>
            </a:extLst>
          </p:cNvPr>
          <p:cNvSpPr txBox="1"/>
          <p:nvPr/>
        </p:nvSpPr>
        <p:spPr>
          <a:xfrm>
            <a:off x="794657" y="642257"/>
            <a:ext cx="466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Few Definitions</a:t>
            </a:r>
          </a:p>
        </p:txBody>
      </p:sp>
      <p:pic>
        <p:nvPicPr>
          <p:cNvPr id="6" name="Picture 5" descr="A white paper with black text&#10;&#10;Description automatically generated">
            <a:extLst>
              <a:ext uri="{FF2B5EF4-FFF2-40B4-BE49-F238E27FC236}">
                <a16:creationId xmlns:a16="http://schemas.microsoft.com/office/drawing/2014/main" id="{111F3C58-9147-D3FE-EF94-2D62A058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80" y="1338943"/>
            <a:ext cx="7615569" cy="2070510"/>
          </a:xfrm>
          <a:prstGeom prst="rect">
            <a:avLst/>
          </a:prstGeom>
        </p:spPr>
      </p:pic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0550E78F-CF78-1A95-D06B-888F96D48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3597729"/>
            <a:ext cx="7772400" cy="32232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42DB35-1297-2713-DFE0-9865DA71C7C6}"/>
              </a:ext>
            </a:extLst>
          </p:cNvPr>
          <p:cNvSpPr txBox="1"/>
          <p:nvPr/>
        </p:nvSpPr>
        <p:spPr>
          <a:xfrm>
            <a:off x="10123714" y="4637312"/>
            <a:ext cx="19485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 Narrow" panose="020B0604020202020204" pitchFamily="34" charset="0"/>
                <a:cs typeface="Arial Narrow" panose="020B0604020202020204" pitchFamily="34" charset="0"/>
              </a:rPr>
              <a:t>Ack: Mathematical Statistics with Applications– Ramachandran and </a:t>
            </a:r>
            <a:r>
              <a:rPr lang="en-US" sz="100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Tsokos</a:t>
            </a:r>
            <a:endParaRPr lang="en-US" sz="10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46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1E1D1A-50F5-A841-80F3-616B570ED1BD}"/>
              </a:ext>
            </a:extLst>
          </p:cNvPr>
          <p:cNvSpPr txBox="1"/>
          <p:nvPr/>
        </p:nvSpPr>
        <p:spPr>
          <a:xfrm>
            <a:off x="794657" y="642257"/>
            <a:ext cx="466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Examples</a:t>
            </a:r>
          </a:p>
        </p:txBody>
      </p:sp>
      <p:pic>
        <p:nvPicPr>
          <p:cNvPr id="7" name="Picture 6" descr="A math problem with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4F71FE25-D7AA-A799-24FF-724D80A1A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66800"/>
            <a:ext cx="7772400" cy="3015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2E3CA1-D63E-FD8B-17B5-1B932722C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12" y="4050394"/>
            <a:ext cx="7772400" cy="91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5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5300-D4D8-6C13-1786-8D43740A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6C2BEDED-327C-75F7-1A65-789EDCF13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88" y="419728"/>
            <a:ext cx="7772400" cy="605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6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C6F80B6-2958-DE3E-E439-5FA4E8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736600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0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24A2331C-CE8E-347A-5AE3-918307AAF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609600"/>
            <a:ext cx="9408986" cy="489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3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problem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7BDC096E-AC1C-1AF3-0807-3A9334EC4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412750"/>
            <a:ext cx="10161238" cy="580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8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9D139B-E790-A218-B4BE-B7255F5BB821}"/>
              </a:ext>
            </a:extLst>
          </p:cNvPr>
          <p:cNvSpPr txBox="1"/>
          <p:nvPr/>
        </p:nvSpPr>
        <p:spPr>
          <a:xfrm>
            <a:off x="809469" y="479685"/>
            <a:ext cx="70903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Text Books: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IN" sz="1800" dirty="0">
                <a:effectLst/>
              </a:rPr>
              <a:t>Modern Mathematical Statistics</a:t>
            </a:r>
            <a:br>
              <a:rPr lang="en-IN" sz="1800" dirty="0">
                <a:effectLst/>
              </a:rPr>
            </a:br>
            <a:r>
              <a:rPr lang="en-IN" sz="1800" dirty="0">
                <a:effectLst/>
              </a:rPr>
              <a:t>with Applications -- Jay L. Devore Kenneth N. Berk Matthew A. Carlton</a:t>
            </a:r>
          </a:p>
          <a:p>
            <a:pPr marL="342900" indent="-342900">
              <a:buFontTx/>
              <a:buAutoNum type="arabicPeriod"/>
            </a:pPr>
            <a:r>
              <a:rPr lang="en-IN" sz="1800" dirty="0">
                <a:effectLst/>
              </a:rPr>
              <a:t>Mathematical Statistics with Applications – K. M. Ramachandran, Chris P. </a:t>
            </a:r>
            <a:r>
              <a:rPr lang="en-IN" sz="1800" dirty="0" err="1">
                <a:effectLst/>
              </a:rPr>
              <a:t>Tsoko</a:t>
            </a:r>
            <a:r>
              <a:rPr lang="en-IN" sz="1800" b="1" dirty="0" err="1">
                <a:effectLst/>
                <a:latin typeface="Myriad"/>
              </a:rPr>
              <a:t>s</a:t>
            </a:r>
            <a:r>
              <a:rPr lang="en-IN" sz="1800" b="1" dirty="0">
                <a:effectLst/>
                <a:latin typeface="Myriad"/>
              </a:rPr>
              <a:t> </a:t>
            </a:r>
            <a:endParaRPr lang="en-IN" dirty="0"/>
          </a:p>
          <a:p>
            <a:r>
              <a:rPr lang="en-IN" sz="1800" dirty="0">
                <a:effectLst/>
              </a:rPr>
              <a:t> </a:t>
            </a:r>
            <a:endParaRPr lang="en-IN" dirty="0"/>
          </a:p>
          <a:p>
            <a:r>
              <a:rPr lang="en-IN" sz="1800" dirty="0">
                <a:effectLst/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Reference Books: 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1. </a:t>
            </a:r>
            <a:r>
              <a:rPr lang="en-IN" sz="1800" dirty="0">
                <a:effectLst/>
              </a:rPr>
              <a:t>Statistical Inference -- George Casella, Roger L. Berger </a:t>
            </a:r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r>
              <a:rPr lang="en-IN" sz="1800" dirty="0">
                <a:effectLst/>
              </a:rPr>
              <a:t> </a:t>
            </a:r>
            <a:endParaRPr lang="en-IN" dirty="0">
              <a:effectLst/>
            </a:endParaRPr>
          </a:p>
          <a:p>
            <a:endParaRPr lang="en-US" dirty="0"/>
          </a:p>
          <a:p>
            <a:endParaRPr lang="en-IN" dirty="0"/>
          </a:p>
          <a:p>
            <a:r>
              <a:rPr lang="en-IN" sz="1800" dirty="0">
                <a:effectLst/>
                <a:latin typeface="AdvOT46dcae81"/>
              </a:rPr>
              <a:t> </a:t>
            </a:r>
            <a:endParaRPr lang="en-IN" dirty="0"/>
          </a:p>
          <a:p>
            <a:r>
              <a:rPr lang="en-IN" sz="1800" dirty="0">
                <a:effectLst/>
              </a:rPr>
              <a:t> </a:t>
            </a:r>
            <a:endParaRPr lang="en-IN" dirty="0"/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92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310</Words>
  <Application>Microsoft Macintosh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AdvOT46dcae81</vt:lpstr>
      <vt:lpstr>Aptos</vt:lpstr>
      <vt:lpstr>Aptos Display</vt:lpstr>
      <vt:lpstr>Arial</vt:lpstr>
      <vt:lpstr>Arial Narrow</vt:lpstr>
      <vt:lpstr>Myriad</vt:lpstr>
      <vt:lpstr>office theme</vt:lpstr>
      <vt:lpstr>Test of Hypotheses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Joydeep Mukherjee</cp:lastModifiedBy>
  <cp:revision>209</cp:revision>
  <dcterms:created xsi:type="dcterms:W3CDTF">2025-01-07T09:39:53Z</dcterms:created>
  <dcterms:modified xsi:type="dcterms:W3CDTF">2025-01-15T00:55:33Z</dcterms:modified>
</cp:coreProperties>
</file>